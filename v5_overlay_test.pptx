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2323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584" y="342900"/>
            <a:ext cx="548626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>
                <a:solidFill>
                  <a:srgbClr val="FFFFFF"/>
                </a:solidFill>
              </a:defRPr>
            </a:pPr>
            <a:r>
              <a:t>Title Overlay (Top Left)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508" y="1371600"/>
            <a:ext cx="6095847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00FF00"/>
                </a:solidFill>
              </a:defRPr>
            </a:pPr>
            <a:r>
              <a:t>Body Text Overlay (Center)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