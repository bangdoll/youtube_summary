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本投影片描述了台灣建築常見的問題，並將其比喻為人體的慢性病，引起屋主的焦慮。列舉了三種常見的建築問題：壁癌、漏水、結構裂縫，並說明其對居住健康的影響。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本投影片旨在比較傳統工法與現代工法在解決問題上的差異，強調現代工法注重根本原因的解決。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本投影片介紹了臨床病理與核心技術，包括Medical Bag中的三種儀器，以及特殊工法的應用案例。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本投影片展示了診療的完整流程，從掛號到康復的各個階段。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本投影片列出了防水工程的三個主要目標客戶群，並簡述了他們的需求。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本頁說明獲利九宮格與商業生態系，包含護城河、核心獲利、導流入口等概念。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說明各合作夥伴如何建立醫療會診團隊。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介紹伯禹工程有限公司的服務項目，強調專業性及為客戶資產帶來的價值。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136"/>
            <a:ext cx="5943600" cy="2963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房屋整復師：老屋結構與防水的專科門診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老屋結構與防水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專科門診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用醫療級的診治邏輯，重建建築的健康與價值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93"/>
            <a:ext cx="5943600" cy="67486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台灣建築的「慢性病」與屋主的焦慮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皮膚病(壁癌): 表層剝落、黴菌滋生, 影響居住健康。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血管破裂(漏水): 管道與頂樓滲漏, 侵蝕建築壽命。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骨質疏鬆(結構裂縫): 結構強度下降, 地震安全隱憂。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9056"/>
            <a:ext cx="5943600" cy="2659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傳統工法 vs 現代工法：問題根源解決方案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傳統土水師傅 (Traditional) vs. 伯禹工程 (Specialist)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診斷方式 (Diagnosis): 憑經驗/直覺 (Guesswork) vs. 科學儀器檢測 (Scientific Instruments)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治療邏輯 (Treatment): 局部止痛 / 表面遮蓋 (Patching) vs. 系統性手術 / 結構補強 (Root Cause Surgery)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病歷追蹤 (Records): 無病歷/口頭承諾 (No Records) vs. 完整病理報告 / SOP履歷 (Full Pathology Report)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核心差異：我們不只止漏，更修復骨架。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74"/>
            <a:ext cx="5943600" cy="63880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執刀醫師的專業資歷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16年行業經驗 (Years Experience)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21 張專業證照 (Total Licenses)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著作: 居家抓漏工程全書 (2025/09出版)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1809"/>
            <a:ext cx="5943600" cy="14743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臨床病理與核心技術 - Medical Bag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熱顯像儀 (Thermal Imaging)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水分儀 (Moisture Meter)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管路探測器 (Pipe Detector)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特殊工法 (Specialized Methodology): 結合高空工業繩索 (Spider-man Technique) 與古蹟修復技術。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案例: 迪化街百年老宅——以新材料新工法解決滲漏水問題。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1809"/>
            <a:ext cx="5943600" cy="14743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診療流程：從掛號到康復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1. 掛號 (Registration)：區域健檢/驗屋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2. 確診 (Diagnosis)：儀器檢測 &amp; 病理報告書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3. 治療 (Surgery)：防水工程 + 結構補強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4. 復健 (Rehab)：保固書 &amp; 壁癌微整形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防水工程的目標客戶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建設公司 (Construction Companies): 頂樓防水 200-500坪、電梯機坑、水塔、浴廁 30-100間專案。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大樓管委會 (HOAs / Property Management): 20年以上老屋、頂樓及外牆防水工程。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室內設計師 (Interior Designers): 20年以上舊屋裝修需求:前後陽台、外牆、浴室防水。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029200"/>
            <a:ext cx="2286000" cy="1020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520"/>
            <a:ext cx="5943600" cy="3200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獲利九宮格與商業生態系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護城河 (The Moat): 知識IP (出版書籍), 材料銷售/教育培訓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核心獲利 (Core Revenue): 防水抓漏, 結構補強工程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導流入口 (Lead Gen): 驗屋服務, 房屋健檢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打造診斷、治療、教育的正向循環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5841"/>
            <a:ext cx="5943600" cy="29863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擴大醫療版圖：未來三年路徑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2025/09 出版行業聖經：《居家抓漏工程全書》(全台第一本專書)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2025/12 成立室內設計部門 (目標業績增長 +300萬)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2026/06 成立新建案防水部門 (目標業績增長 +500萬)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1715"/>
            <a:ext cx="5943600" cy="26945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建立醫療會診團隊與合作夥伴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直接引薦夥伴 (Direct Referrals)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物業管理 (HOA)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室內設計師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房仲 (20年老屋專攻)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伯禹工程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電梯業者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鋼構廠商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水電工程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鋁窗業者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戰略合作夥伴 (Strategic Partners)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25" y="0"/>
            <a:ext cx="365314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Givers Gain: 核心價值與願景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個人背景: 二寶爸、卡內基進修生、正籌備第五張防水證照。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願景: 建立室內設計與新建案防水的傳承部門。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成功關鍵: 創造欣賞、信任。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858"/>
            <a:ext cx="5943600" cy="49302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伯禹工程有限公司：為您的房子掛個專家號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房屋健檢 (Verification)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《居家抓漏工程全書》預購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專業轉介(物業/管委會)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