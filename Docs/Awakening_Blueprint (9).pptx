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8076" y="891540"/>
            <a:ext cx="1987246" cy="99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haom note</a:t>
            </a:r>
            <a:br/>
            <a:r>
              <a:t>Imathian/adscendra.</a:t>
            </a:r>
            <a:br/>
            <a:r>
              <a:t>tham laotion</a:t>
            </a:r>
            <a:br/>
            <a:r>
              <a:t>Harin</a:t>
            </a:r>
            <a:br/>
            <a:r>
              <a:t>wiwong bansabdors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716" y="884682"/>
            <a:ext cx="68273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foruwite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9694" y="1097280"/>
            <a:ext cx="1743412" cy="1172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(rozsentioneiro an) {</a:t>
            </a:r>
            <a:br/>
            <a:r>
              <a:t>eatert {</a:t>
            </a:r>
            <a:br/>
            <a:r>
              <a:t>ver aata = [</a:t>
            </a:r>
            <a:br/>
            <a:r>
              <a:t>console.vxfredsspter];</a:t>
            </a:r>
            <a:br/>
            <a:r>
              <a:t>}.</a:t>
            </a:r>
            <a:br/>
            <a:r>
              <a:t>vareed = {</a:t>
            </a:r>
            <a:br/>
            <a:r>
              <a:t>valuevione (sotsi;</a:t>
            </a:r>
            <a:br/>
            <a:r>
              <a:t>cossole.solsed (Shemer);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76" y="1851660"/>
            <a:ext cx="53643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tiome</a:t>
            </a:r>
            <a:br/>
            <a:r>
              <a:t>Veids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655" y="1536192"/>
            <a:ext cx="548626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Concep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76" y="2269998"/>
            <a:ext cx="1719029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object ({</a:t>
            </a:r>
            <a:br/>
            <a:r>
              <a:t>const return =</a:t>
            </a:r>
            <a:br/>
            <a:r>
              <a:t>cenct dar algorithan ()</a:t>
            </a:r>
            <a:br/>
            <a:r>
              <a:t>if (on &gt; 1)</a:t>
            </a:r>
            <a:br/>
            <a:r>
              <a:t>return coin</a:t>
            </a:r>
            <a:br/>
            <a:r>
              <a:t>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76" y="3079242"/>
            <a:ext cx="658351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Concept.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6415" y="2914650"/>
            <a:ext cx="7510084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000000"/>
                </a:solidFill>
              </a:defRPr>
            </a:pPr>
            <a:r>
              <a:t>《從教練到架構師:2025年的覺醒與2026年的藍圖》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6415" y="4032504"/>
            <a:ext cx="7510084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一份基於年度日誌數據的深度洞察與戰略規劃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76" y="4478274"/>
            <a:ext cx="1341086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[type = = ...]</a:t>
            </a:r>
            <a:br/>
            <a:r>
              <a:t>variable = name)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76" y="4896612"/>
            <a:ext cx="1840945" cy="99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vantianene() {</a:t>
            </a:r>
            <a:br/>
            <a:r>
              <a:t>If (razaend) {</a:t>
            </a:r>
            <a:br/>
            <a:r>
              <a:t>variable neve) {</a:t>
            </a:r>
            <a:br/>
            <a:r>
              <a:t>variable (smnnate(name);</a:t>
            </a:r>
            <a:br/>
            <a:r>
              <a:t>} else {</a:t>
            </a:r>
            <a:br/>
            <a:r>
              <a:t>variable env(++);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6415" y="5795009"/>
            <a:ext cx="475476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Cough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318" y="6425946"/>
            <a:ext cx="755885" cy="157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000000"/>
                </a:solidFill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672084"/>
            <a:ext cx="3352716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255014"/>
            <a:ext cx="3047923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981962"/>
            <a:ext cx="3352716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564892"/>
            <a:ext cx="3047923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470" y="672084"/>
            <a:ext cx="6388448" cy="207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2025年並非一連串孤立的事件,而是三個關鍵</a:t>
            </a:r>
            <a:br/>
            <a:r>
              <a:t>的試煉,它們共同鍛造了從「單點突破」到</a:t>
            </a:r>
            <a:br/>
            <a:r>
              <a:t>「系統建構」的轉變。每一項試煉都建立了一種</a:t>
            </a:r>
            <a:br/>
            <a:r>
              <a:t>不可或缺的核心能力。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4224" y="5795009"/>
            <a:ext cx="2133546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壓力測試:在極端變動中</a:t>
            </a:r>
            <a:br/>
            <a:r>
              <a:t>錨定秩序的能力。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655" y="5795009"/>
            <a:ext cx="2133546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身分躍遷:從工具的使用</a:t>
            </a:r>
            <a:br/>
            <a:r>
              <a:t>者轉變為創造者的覺醒。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569214"/>
            <a:ext cx="8461036" cy="5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基石一:壓力測試- 在家庭變動中錨定秩序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632204"/>
            <a:ext cx="1341086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899666"/>
            <a:ext cx="5717905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4月,太太的手術與復原期成為年度最大的壓力測試。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400300"/>
            <a:ext cx="1853137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Key Behaviors: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667762"/>
            <a:ext cx="722967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•焦慮轉化:在手術室外的漫長等待中,並未被焦慮吞噬,反</a:t>
            </a:r>
            <a:br/>
            <a:r>
              <a:t>而利用空檔推進了簡報與問卷平台的製作。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284982"/>
            <a:ext cx="7388167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•資訊系統化:將醫療資訊數位化管理(用 ChatGPT 整理醫囑、</a:t>
            </a:r>
            <a:br/>
            <a:r>
              <a:t>語音轉文字記錄病情),成為家庭的「定海神針」。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27398"/>
            <a:ext cx="2048204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Capability Forged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594860"/>
            <a:ext cx="7863643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這次經歷鍛造了極高的心理韌性,並驗證了核心行為模式:透過建</a:t>
            </a:r>
            <a:br/>
            <a:r>
              <a:t>立外部秩序(系統/紀錄),來消化內在的失控感(焦慮/壓力)。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1639062"/>
            <a:ext cx="132889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1885950"/>
            <a:ext cx="5522837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8月,獨立開發並上架 Chrome 擴充功能「Quick Text</a:t>
            </a:r>
            <a:br/>
            <a:r>
              <a:t>Copy」。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2530602"/>
            <a:ext cx="146300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Significance: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2777490"/>
            <a:ext cx="5474071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這標誌著身分從「記錄者」與「服務者」正式跨入「開</a:t>
            </a:r>
            <a:br/>
            <a:r>
              <a:t>發者」」行列。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3422142"/>
            <a:ext cx="5803246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•證明了自己不再只是教工具的人,而是能打造工具的人。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3744468"/>
            <a:ext cx="5547221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呼應了 Naval Ravikant 的哲學:「將自己產品化」。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85" y="4183380"/>
            <a:ext cx="240176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Extended Achievement: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5" y="4430268"/>
            <a:ext cx="59007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年底透過 Vibe Coding 成功打造「智流 Smart Flow」網站</a:t>
            </a:r>
            <a:br/>
            <a:r>
              <a:t>與「線上轉盤」工具,進一步鞏固了開發者的身分。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85" y="582930"/>
            <a:ext cx="5522837" cy="898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基石二:身分躍遷一</a:t>
            </a:r>
            <a:br/>
            <a:r>
              <a:t>從教學者到產品開發者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