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" y="685800"/>
            <a:ext cx="6132422" cy="5486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651510"/>
            <a:ext cx="3901342" cy="5589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885" y="891540"/>
            <a:ext cx="1914096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716" y="692658"/>
            <a:ext cx="68273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1763" y="1501902"/>
            <a:ext cx="548626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1913382"/>
            <a:ext cx="463284" cy="281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2359151"/>
            <a:ext cx="1792179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3079242"/>
            <a:ext cx="67054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704588"/>
            <a:ext cx="145081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5" y="4965192"/>
            <a:ext cx="1792179" cy="939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44" y="891540"/>
            <a:ext cx="1682453" cy="114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(</a:t>
            </a:r>
            <a:br/>
            <a:r>
              <a:t>ver aata [</a:t>
            </a:r>
            <a:br/>
            <a:r>
              <a:t>console.vxfredsspter];</a:t>
            </a:r>
            <a:br/>
            <a:r>
              <a:t>1. {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cosssole.solsed (Shemer);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3" y="2914650"/>
            <a:ext cx="730282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923" y="3538728"/>
            <a:ext cx="7302825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3502" y="65151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TREO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9937" y="65151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563" y="65151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7190" y="65151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1690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816" y="65151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6384" y="1049274"/>
            <a:ext cx="646159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被规划区域场所</a:t>
            </a:r>
            <a:br/>
            <a:r>
              <a:t>LIVING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3777" y="1680210"/>
            <a:ext cx="121916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940" y="1515618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3.630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940" y="1721358"/>
            <a:ext cx="67054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LIVING ROOM</a:t>
            </a:r>
            <a:br/>
            <a:r>
              <a:t>(D.60+47)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940" y="2455164"/>
            <a:ext cx="42670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atorer</a:t>
            </a:r>
            <a:br/>
            <a:r>
              <a:t>(2.25+9)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940" y="2798063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2.600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6384" y="3984498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7000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563" y="4306824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940" y="4368546"/>
            <a:ext cx="42670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ROOM</a:t>
            </a:r>
            <a:br/>
            <a:r>
              <a:t>(2.10+74)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6384" y="4704588"/>
            <a:ext cx="548626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DOOR DOON</a:t>
            </a:r>
            <a:br/>
            <a:r>
              <a:t>(0.97+14)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6384" y="4951476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563" y="4951476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940" y="4951476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1700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563" y="5150358"/>
            <a:ext cx="42670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Sha</a:t>
            </a:r>
            <a:br/>
            <a:r>
              <a:t>(0.30+10)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8563" y="5397246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LOCHO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8563" y="5520690"/>
            <a:ext cx="670543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1558909004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8563" y="5705855"/>
            <a:ext cx="42670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ENOX</a:t>
            </a:r>
            <a:br/>
            <a:r>
              <a:t>(5.65+16)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563" y="5952744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940" y="4704588"/>
            <a:ext cx="548626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ROOM DOOR</a:t>
            </a:r>
            <a:br/>
            <a:r>
              <a:t>(2.07+10)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940" y="4951476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6384" y="627507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940" y="627507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2716" y="5891022"/>
            <a:ext cx="438901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16359" y="6432803"/>
            <a:ext cx="780268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3" y="3627882"/>
            <a:ext cx="2145738" cy="135788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438" y="3627882"/>
            <a:ext cx="2145738" cy="13578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953" y="3627882"/>
            <a:ext cx="2145738" cy="1357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584" y="672084"/>
            <a:ext cx="330394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248156"/>
            <a:ext cx="309669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8045" y="672084"/>
            <a:ext cx="391353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324862"/>
            <a:ext cx="330394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2900934"/>
            <a:ext cx="309669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07" y="5095494"/>
            <a:ext cx="180437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6122" y="5095494"/>
            <a:ext cx="180437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3637" y="5095494"/>
            <a:ext cx="1804370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000000"/>
                </a:solidFill>
              </a:defRPr>
            </a:pPr>
            <a:r>
              <a:t>商業覺醒:理解自身價值</a:t>
            </a:r>
            <a:br/>
            <a:r>
              <a:t>從單次服務轉向系統性價</a:t>
            </a:r>
            <a:br/>
            <a:r>
              <a:t>值的躍升。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343" y="0"/>
            <a:ext cx="4462160" cy="6851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6843" y="569214"/>
            <a:ext cx="9216921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43" y="1597914"/>
            <a:ext cx="1402044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851660"/>
            <a:ext cx="6510365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2338578"/>
            <a:ext cx="1889712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2592324"/>
            <a:ext cx="8436653" cy="507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3099816"/>
            <a:ext cx="8436653" cy="507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3963924"/>
            <a:ext cx="2157930" cy="2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217670"/>
            <a:ext cx="8436653" cy="507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82296"/>
            <a:ext cx="6083655" cy="6686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1817370"/>
            <a:ext cx="1719029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2084831"/>
            <a:ext cx="5230237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804922"/>
            <a:ext cx="1877521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3072384"/>
            <a:ext cx="5230237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614166"/>
            <a:ext cx="5693521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909059"/>
            <a:ext cx="542530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4464558"/>
            <a:ext cx="3084498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732020"/>
            <a:ext cx="5937355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