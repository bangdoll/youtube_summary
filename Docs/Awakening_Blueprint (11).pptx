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0268" y="891540"/>
            <a:ext cx="1889712" cy="946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3265" y="912114"/>
            <a:ext cx="71931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9559" y="1172718"/>
            <a:ext cx="1792179" cy="1117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(rozsentioneiro an) {</a:t>
            </a:r>
            <a:br/>
            <a:r>
              <a:t>eatert {</a:t>
            </a:r>
            <a:br/>
            <a:r>
              <a:t>ver aata = [</a:t>
            </a:r>
            <a:br/>
            <a:r>
              <a:t>console.vxfredsspter];</a:t>
            </a:r>
            <a:br/>
            <a:r>
              <a:t>}.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cossole.solsed (Shemer);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68" y="1851660"/>
            <a:ext cx="499859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5738" y="1515618"/>
            <a:ext cx="573009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68" y="2331720"/>
            <a:ext cx="1694645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68" y="3147822"/>
            <a:ext cx="670543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2942082"/>
            <a:ext cx="7168716" cy="507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058" y="3765042"/>
            <a:ext cx="7168716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68" y="4395978"/>
            <a:ext cx="1450811" cy="32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68" y="4828031"/>
            <a:ext cx="1853137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3893" y="6432803"/>
            <a:ext cx="694926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672084"/>
            <a:ext cx="3389291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213866"/>
            <a:ext cx="3060115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981962"/>
            <a:ext cx="3389291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523744"/>
            <a:ext cx="3060115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879" y="672084"/>
            <a:ext cx="6108039" cy="210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182" y="5815583"/>
            <a:ext cx="2560255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8997" y="5815583"/>
            <a:ext cx="2560255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569214"/>
            <a:ext cx="8668295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632204"/>
            <a:ext cx="1341086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892808"/>
            <a:ext cx="591297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400300"/>
            <a:ext cx="182875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660904"/>
            <a:ext cx="807090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264408"/>
            <a:ext cx="807090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47972"/>
            <a:ext cx="202382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608576"/>
            <a:ext cx="807090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1632204"/>
            <a:ext cx="132889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1879092"/>
            <a:ext cx="5705713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2530602"/>
            <a:ext cx="1560536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2777490"/>
            <a:ext cx="5705713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353562"/>
            <a:ext cx="570571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682746"/>
            <a:ext cx="570571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4114800"/>
            <a:ext cx="25846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4361688"/>
            <a:ext cx="5705713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